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710"/>
  </p:normalViewPr>
  <p:slideViewPr>
    <p:cSldViewPr snapToGrid="0">
      <p:cViewPr>
        <p:scale>
          <a:sx n="79" d="100"/>
          <a:sy n="79" d="100"/>
        </p:scale>
        <p:origin x="5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158B-3D39-B5CE-1169-4FF467F66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EEF5-3985-39E3-3954-7D6B4C621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AAEE1-3EB6-0B02-30A3-0307419F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4EAF6-7A62-A0A8-CB8A-240ABB6A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19C9E-EC04-46D4-B874-D1964D11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9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F79-5F4F-FA77-24F6-E93784C0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7A14C-3F28-DB7F-4BC4-E8D57BB1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FDC5F-F260-6A59-C809-49943DED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511A-4A59-A60D-688A-5CC2BBCD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9AD4F-DF2C-DB70-F2E1-F530DF6F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0BC7-7EF1-8910-DFE3-8D372914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52BFB-D37C-585B-BB15-DF4AD285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CA03-2992-A866-70D9-AD6047E0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6CDD5-CA8D-5F08-BC26-A4B71617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8762-1A83-E458-5A81-7E493E7A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9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C6B2-746E-B559-7E59-C28D1D38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782D8-FE62-DB36-B490-5233C9F3C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ADEA9-D47C-07D1-5966-F201C270F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FB8E-69DA-F79F-178F-63FCF576B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2635-458E-3509-348B-44780CEE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37909-CBB6-FB46-F163-EE9A11AC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1924-E9AC-5D92-A770-6707F0EB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06E29-3033-5C02-F16A-8C12F38C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0E27-4730-1192-3ED4-7D6D02589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84463-43CD-C9E0-9818-587B9B52F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C717E-F839-028D-4D6B-D04FCA11B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B3BFD-A4E6-8539-168C-099FED3C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4655F-7767-E984-C77F-9570B2AC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33054-46B0-34E5-A607-21895A08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3C06-871F-28EB-B65F-BAB3D820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215A9-D141-E6BD-03B9-1C83168A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42B18-4D4B-170D-8E94-0B15B917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FB7CE-5262-DC11-2588-6220BDEB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B63A4-DF9C-9A58-7588-8DED8812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C47E-08F3-E338-C1B4-61C48CD5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1A89-B081-5C8C-6443-D47534DA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5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AEF5-DBDE-9872-F766-510731CC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EEEB-B393-8670-7425-6249F244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1D3B-D4D7-EBD0-C31C-F339F0EC8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3CB9-5052-44F0-0CF2-172CEF39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21589-7795-6A44-04F7-A5B9495C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81E7A-BDF2-A946-4E99-A335928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4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D87E-AFCD-0B42-DB8E-2F8462E2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64348-DD84-0794-6D86-AE887921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5C640-1CE9-928B-A539-3B633B22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4435C-5ACD-7FB2-5AB8-B650127E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ED6B3-026D-BE7D-7C67-AFD04945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407A9-A427-67B7-3002-BDAEBE31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0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8AE-4958-9EA0-0C63-28326084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918D6-D1E2-0625-C3EB-6FEC883BE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5FF5-07C3-7B1B-1037-18406837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A2D1-EFB3-D371-1E0E-FDCD1E15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D61B-3502-F2A9-4A33-BCAAC8F1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6C207-A70C-94E8-D4FC-653641F6A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1E37B-7031-FE85-DEDE-FA16F833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E483-D277-617F-B259-DB384CAD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B80E0-F11F-7E52-6BA2-417F5256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3048-72A9-5897-C1D9-5BDEC151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7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FD9DF-17A9-5019-470F-AE4AFF80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3082-A3CB-D150-F6F0-BD5AAD9C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0ED4-BD3E-B097-334B-FD71718FD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78C57-9C8B-E243-A609-25AB06BC1CB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29CE6-03AF-9816-267E-6C66226D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3AE9A-CE34-C428-C0DF-183D5B52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DBAA4-DD5D-A14A-A2F4-017F4D4F3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8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hat&#10;&#10;AI-generated content may be incorrect.">
            <a:extLst>
              <a:ext uri="{FF2B5EF4-FFF2-40B4-BE49-F238E27FC236}">
                <a16:creationId xmlns:a16="http://schemas.microsoft.com/office/drawing/2014/main" id="{46D4B52A-00B7-BF39-5FE7-A42BEBCCD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13"/>
            <a:ext cx="12222578" cy="68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2692-B619-B78F-4212-8347F63F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6B2D95-7C1B-2B73-773D-94E951C46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84273" y="-45720"/>
            <a:ext cx="13412799" cy="6949440"/>
          </a:xfrm>
        </p:spPr>
      </p:pic>
    </p:spTree>
    <p:extLst>
      <p:ext uri="{BB962C8B-B14F-4D97-AF65-F5344CB8AC3E}">
        <p14:creationId xmlns:p14="http://schemas.microsoft.com/office/powerpoint/2010/main" val="150679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Aymen Furter</dc:creator>
  <cp:lastModifiedBy>Aymen Furter</cp:lastModifiedBy>
  <cp:revision>4</cp:revision>
  <dcterms:created xsi:type="dcterms:W3CDTF">2026-02-19T09:15:14Z</dcterms:created>
  <dcterms:modified xsi:type="dcterms:W3CDTF">2026-02-19T18:02:54Z</dcterms:modified>
</cp:coreProperties>
</file>